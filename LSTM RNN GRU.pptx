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33AD1-C2D0-4BCF-82A6-671E3C08C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DD6D80-D161-4479-A39C-AFC49F870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D5C960-88A4-4E16-B7F7-B1C0E1335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3261A4-0ECB-450E-8077-A2F6C713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675054-91E8-40FC-B5D8-94BE1244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32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D36A3-8ADD-4809-BD98-3756903B4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FED10-3EE0-4566-AE57-DA323547C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8BD813-EFFF-41A8-9D67-20AA3A01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2FCCDC-87B2-420B-9935-3D4424232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CB0F32-C50C-43A5-9A9E-ECD80A1AC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900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BB399-8D9E-4022-8293-BC4F38A2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76AA08-4D8F-4ACF-9D9F-5E090BD6F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8F681C-6FB2-4959-9A4E-3779E383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07ED85-D843-4D99-9469-066F8FDD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4F512-46A7-4EB3-8E29-8F63DA60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90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70CD9D-E30F-45EE-B27C-B78B5FFA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A4766C-2EE1-43BC-B10D-2ED4A4B87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205DFA-528A-4AE9-BC8B-92FA3CE0B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9684BE-637F-4E95-AEB2-306A2E583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B41B99-0D32-406B-AA8D-097685DED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AD5F9C-06C3-498D-8684-5F4F12672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82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7D131-3FDC-4323-A39A-F42CC27F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32E552-89BD-4FEC-AA2F-01D76EA6C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55427B-D5D5-494A-BFB8-2742D29EF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AE21BF-6BBF-4D11-81E3-22324071B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2FD283-82D3-48EB-A788-A005A4EC6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D86A9F-5C10-4D3E-87EC-72972B518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704B98-F2E0-4C9E-A7A5-D275107B1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C18313-A143-4A90-B63E-0527F5F3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554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D2C40-222F-423A-87BA-1A845F81F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888222-9316-4184-B3C6-B5E2AFC33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91F4BC-D79E-4B68-852C-38218CBF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220C0B-9697-4D10-BF86-139A8B65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967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683AE7-E4E6-4D8A-985D-DB2403B48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ED578B-EEA5-452E-950E-9C0860AA9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F0357B-B38D-4DAB-8229-B3852A0C6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381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587EB-02FE-451F-B0CD-64C92358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05442E-D9E3-458F-8632-48A71E420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1F9FF6-2174-4911-BCBB-E1841BF7B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5E22CE-4320-44AB-B33E-EA25376B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EF0F7A-9571-43C7-A9DA-A1D553F7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9B6AD5-3249-43F5-9272-59361B3D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24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453D2-57B5-4647-877F-3A7C57499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06B2A1-7BCC-4276-AD15-E251BD037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5064D8-C885-4A3B-BF69-69D61AA0A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E06C57-814E-4781-A46D-6612341CE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B2FE6C-8A4D-4C08-881A-B7085C7E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DC192F-B631-4BB7-90FF-7DC114CC0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621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78DF2-600A-4D60-9BFE-0A24C801C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FFF146-BE00-4540-B997-4AEE151AB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9B8E4-5D8F-42FF-B971-0EB86601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42044B-E505-4639-B208-4A870BDB7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D1BC64-329F-42E0-9A68-6ED44BFB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42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C373036-6FAF-46BE-9275-C8E4154C8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37ABC4-DE9D-4E0D-AB10-A6472A7B6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D1D87E-ACCB-4EB7-A965-81F177A8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EE631F-E4C0-45A6-BD92-69E6F1555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2F7CA-BAB4-4420-A9FA-8C5F793A7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92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8499F6-BD9A-4D4C-87D1-1F9EAAA2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8C9D1F-9CE8-419E-86A9-767BE77CF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C283F0-94A9-4DB8-8221-639E7FEC3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B0F46-073B-480E-8037-A6FC7F76E998}" type="datetimeFigureOut">
              <a:rPr lang="zh-CN" altLang="en-US" smtClean="0"/>
              <a:t>2022/1/19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C9643-D878-4599-BC1D-A95F7A672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3276B2-5620-4F65-9C77-BA09C8C0C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6631F-2B6C-44E8-9D82-8B0BF8FF0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3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D58E03F-2618-45A4-AFFF-C17580E6C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1" y="0"/>
            <a:ext cx="8281494" cy="38862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666168-02B2-4C57-BF53-448B35695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27076"/>
            <a:ext cx="7076188" cy="260497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83FB201-F654-44EC-AA9A-6B61C598275B}"/>
              </a:ext>
            </a:extLst>
          </p:cNvPr>
          <p:cNvSpPr txBox="1"/>
          <p:nvPr/>
        </p:nvSpPr>
        <p:spPr>
          <a:xfrm>
            <a:off x="9527721" y="1167493"/>
            <a:ext cx="1983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循环</a:t>
            </a:r>
          </a:p>
        </p:txBody>
      </p:sp>
    </p:spTree>
    <p:extLst>
      <p:ext uri="{BB962C8B-B14F-4D97-AF65-F5344CB8AC3E}">
        <p14:creationId xmlns:p14="http://schemas.microsoft.com/office/powerpoint/2010/main" val="3558823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pic2.zhimg.com/80/v2-59feef652ba603839bb1356c862145e5_1440w.jpg">
            <a:extLst>
              <a:ext uri="{FF2B5EF4-FFF2-40B4-BE49-F238E27FC236}">
                <a16:creationId xmlns:a16="http://schemas.microsoft.com/office/drawing/2014/main" id="{4AAEA7D0-46E4-4433-B0E3-780A5FFE7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72" y="274305"/>
            <a:ext cx="8267700" cy="5748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64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BE33AB0-499E-4F17-89C6-6D3E55874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48" y="899272"/>
            <a:ext cx="5422624" cy="395595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2E6A8BC-C0F8-4154-B196-13587E240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715" y="1184412"/>
            <a:ext cx="5711716" cy="401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21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D3D9820-A465-46B3-82C5-5B3136893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6372" y="929323"/>
            <a:ext cx="8290408" cy="424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C32962A-B4D3-45B1-B66D-2D606F047D56}"/>
              </a:ext>
            </a:extLst>
          </p:cNvPr>
          <p:cNvSpPr txBox="1"/>
          <p:nvPr/>
        </p:nvSpPr>
        <p:spPr>
          <a:xfrm>
            <a:off x="9512754" y="530679"/>
            <a:ext cx="2171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LSTM</a:t>
            </a:r>
            <a:endParaRPr lang="zh-CN" altLang="en-US" sz="4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DFFB3A-3E9C-4F11-B2F0-567C0D39FD7E}"/>
              </a:ext>
            </a:extLst>
          </p:cNvPr>
          <p:cNvSpPr/>
          <p:nvPr/>
        </p:nvSpPr>
        <p:spPr>
          <a:xfrm>
            <a:off x="368754" y="2174722"/>
            <a:ext cx="1019175" cy="9388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保留与遗忘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F24E95-683B-4CE5-B59B-865554EF7394}"/>
              </a:ext>
            </a:extLst>
          </p:cNvPr>
          <p:cNvSpPr/>
          <p:nvPr/>
        </p:nvSpPr>
        <p:spPr>
          <a:xfrm>
            <a:off x="4757737" y="190801"/>
            <a:ext cx="1019175" cy="9388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添加新信息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AD1E80D-D00A-40B6-801B-89E487DF4D29}"/>
              </a:ext>
            </a:extLst>
          </p:cNvPr>
          <p:cNvCxnSpPr/>
          <p:nvPr/>
        </p:nvCxnSpPr>
        <p:spPr>
          <a:xfrm flipV="1">
            <a:off x="1335072" y="1510392"/>
            <a:ext cx="440871" cy="664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32A7CB8-FCA4-45D2-8740-7E0F3D8A642F}"/>
              </a:ext>
            </a:extLst>
          </p:cNvPr>
          <p:cNvCxnSpPr>
            <a:cxnSpLocks/>
          </p:cNvCxnSpPr>
          <p:nvPr/>
        </p:nvCxnSpPr>
        <p:spPr>
          <a:xfrm flipH="1">
            <a:off x="4269921" y="1177801"/>
            <a:ext cx="487816" cy="664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BF82C0D-693A-46AD-9B12-88FC634311EA}"/>
              </a:ext>
            </a:extLst>
          </p:cNvPr>
          <p:cNvSpPr txBox="1"/>
          <p:nvPr/>
        </p:nvSpPr>
        <p:spPr>
          <a:xfrm>
            <a:off x="9512754" y="2059393"/>
            <a:ext cx="2253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门控件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1EFF9B-84D7-4ABB-86E6-B81F867B30C5}"/>
              </a:ext>
            </a:extLst>
          </p:cNvPr>
          <p:cNvSpPr/>
          <p:nvPr/>
        </p:nvSpPr>
        <p:spPr>
          <a:xfrm>
            <a:off x="5473473" y="4427001"/>
            <a:ext cx="1019175" cy="9388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8C6CBBF-0307-4C6B-A72A-2BF33E08FEDC}"/>
              </a:ext>
            </a:extLst>
          </p:cNvPr>
          <p:cNvCxnSpPr>
            <a:cxnSpLocks/>
          </p:cNvCxnSpPr>
          <p:nvPr/>
        </p:nvCxnSpPr>
        <p:spPr>
          <a:xfrm flipH="1" flipV="1">
            <a:off x="5473474" y="2821463"/>
            <a:ext cx="303438" cy="1546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555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view">
            <a:extLst>
              <a:ext uri="{FF2B5EF4-FFF2-40B4-BE49-F238E27FC236}">
                <a16:creationId xmlns:a16="http://schemas.microsoft.com/office/drawing/2014/main" id="{179C869C-A5E7-4DD4-A984-83FFFA9A1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43" y="1183142"/>
            <a:ext cx="1219200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83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https://img-blog.csdn.net/20170919191640342?watermark/2/text/aHR0cDovL2Jsb2cuY3Nkbi5uZXQvbHJlYWRlcmw=/font/5a6L5L2T/fontsize/400/fill/I0JBQkFCMA==/dissolve/70/gravity/SouthEast">
            <a:extLst>
              <a:ext uri="{FF2B5EF4-FFF2-40B4-BE49-F238E27FC236}">
                <a16:creationId xmlns:a16="http://schemas.microsoft.com/office/drawing/2014/main" id="{66FAD31F-8962-485C-BC05-B7274A539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633" y="1053193"/>
            <a:ext cx="9923267" cy="306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AE91967-2FD1-46A6-BCBB-C13A9C816159}"/>
              </a:ext>
            </a:extLst>
          </p:cNvPr>
          <p:cNvSpPr txBox="1"/>
          <p:nvPr/>
        </p:nvSpPr>
        <p:spPr>
          <a:xfrm>
            <a:off x="9691008" y="538843"/>
            <a:ext cx="2204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GRU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18580E-6F68-4CE3-8769-9FACD8524381}"/>
              </a:ext>
            </a:extLst>
          </p:cNvPr>
          <p:cNvSpPr txBox="1"/>
          <p:nvPr/>
        </p:nvSpPr>
        <p:spPr>
          <a:xfrm>
            <a:off x="9715500" y="1681843"/>
            <a:ext cx="1469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门变少</a:t>
            </a:r>
          </a:p>
        </p:txBody>
      </p:sp>
    </p:spTree>
    <p:extLst>
      <p:ext uri="{BB962C8B-B14F-4D97-AF65-F5344CB8AC3E}">
        <p14:creationId xmlns:p14="http://schemas.microsoft.com/office/powerpoint/2010/main" val="1565729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15</Words>
  <Application>Microsoft Office PowerPoint</Application>
  <PresentationFormat>宽屏</PresentationFormat>
  <Paragraphs>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潘晨</dc:creator>
  <cp:lastModifiedBy>潘晨</cp:lastModifiedBy>
  <cp:revision>9</cp:revision>
  <dcterms:created xsi:type="dcterms:W3CDTF">2022-01-17T15:59:57Z</dcterms:created>
  <dcterms:modified xsi:type="dcterms:W3CDTF">2022-01-19T10:28:46Z</dcterms:modified>
</cp:coreProperties>
</file>