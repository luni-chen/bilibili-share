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DBEE5-941F-4959-85DE-FD71125C2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3A2DF1-0BE7-4DB4-ABC2-AABC2197C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B60B5E-BEC0-4359-9E7F-32C3F62A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96EC3F-FAC7-4658-99F7-E1C76D94C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122732-71A9-4F24-A396-0B8F7BE4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78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8336B-611D-43F7-9933-3D1D2DB0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317D22-29F1-432F-96F9-B5F821B05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5CC70-29DC-42D6-9CC1-D53189D2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897933-05CF-4380-BDC0-953C95F7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FE2CB-3AD3-4D9A-9FE8-E78326F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02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125F7-72CE-48B5-A0BE-BD359A64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F77FE6-7078-434F-9C0A-94A433DEF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B3EC2-FAF7-451D-A5C5-AB1F2B8A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EBCB88-FA94-48D5-8E60-A79A90CF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7217C2-6D8E-48A0-AFEA-A9B79D89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69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0A6B1-02D6-40D0-9921-6A9976E5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5C1C85-E76C-458D-910C-7B6290F3A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F35443-88A9-4E39-930F-7BB2EB55D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63BAC-8FE5-4345-9EB7-1205E689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D3173D-4BFE-49C3-8D2A-C766B3F7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95DD62-6575-4279-A06D-E6988CCE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5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580F2-4F8E-404B-9BC2-1438B50BD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692C5E-2B10-40C7-BA14-25EEAD75F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344141-87B9-417E-8B73-9B6DA85D2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D895AF-9234-4717-A17C-F674590A8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F17791-D574-44EB-9692-741CEB082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838DCD-A8BE-4E18-B4AC-71255F92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67092F-1AD4-4611-B48E-B84145936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A8E236-444A-4118-895F-690790C6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62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5BB31-4BDD-4254-BFE7-2AE8778C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FF41B8-B3AE-4BD8-AAA6-24225FD3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D9C733-742F-4C20-812D-577EF7CA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1BB4AB-055D-4121-97D7-D3074275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5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11750D-4AA9-4B12-937D-0F04351B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44C3B8-33EC-4085-8452-F690AD09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301BCD-B699-4386-9147-F8E47379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6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D8723-1174-4C38-8A78-3FD8DA6E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AC44A3-CC5E-4571-A624-727205948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F82EC4-69F8-4CE5-A44F-1B887B3DE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51F8A2-FF6E-4CFC-8B17-0C298320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1D1ED5-F513-4D27-AF08-FB56BB0B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CA25AE-524A-4D4D-9A7D-FA388176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59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8681A-4EEC-43A7-AFCD-17A3F8712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5E498A-FF1C-4589-9698-89DF93DA4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47C3A0-1866-441C-8507-1E3E3B9D4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576436-79F7-4E83-8077-04032501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465A0D-6017-444C-AC80-0311F384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ECC3FA-C480-4B1E-9A80-D87DDC59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90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3C51A-DB74-41DA-A001-6F78FCC1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6CB990-5983-4805-A7CE-B30E29979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A0293B-DCF2-4283-96C0-12E11DC0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161EB6-A071-4385-BE3F-DFC70A5A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6954D5-0AD3-4178-8EA6-6245581F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76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9EED7F-5695-47CD-B372-4D8A0A0EF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BA806A-0D74-4F8C-BCCC-AD953B6D2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8A39B5-5F11-4B31-8D2B-7A4B7371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F6311-FF97-485E-AC6D-0B6E5E0C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D86C2-57AC-422E-A6ED-1BFA6F47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76F72A-34D5-46EF-ABBD-AA9C2CD73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6C3E32-F9F4-46A0-B63A-62B6EAE12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08AB8B-8295-45B0-8F83-2CE1C7D25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04481-FBBF-41BD-9C5A-06D63B4C3E02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29FD66-027E-4105-8AC3-2017A59CA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EF85FA-5C93-4C89-9303-445B2B335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FC1AF-8013-45C0-9646-B958D78CC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42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3450F6E-D27F-4FB1-8078-B97B848E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82" y="740909"/>
            <a:ext cx="8448010" cy="46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4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潘晨</dc:creator>
  <cp:lastModifiedBy>潘晨</cp:lastModifiedBy>
  <cp:revision>3</cp:revision>
  <dcterms:created xsi:type="dcterms:W3CDTF">2022-01-21T08:38:24Z</dcterms:created>
  <dcterms:modified xsi:type="dcterms:W3CDTF">2022-01-22T01:31:43Z</dcterms:modified>
</cp:coreProperties>
</file>