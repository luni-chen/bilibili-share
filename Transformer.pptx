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8" d="100"/>
          <a:sy n="78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05E5B-218C-450E-90D2-FF30FC4E7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DB36F5-ABAC-4097-BE2C-4B06ED699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75B1B-DBA8-40AC-AE8E-A3B43A89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69DD47-CB12-4B22-AAA8-E552BB8D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3D8B7-3AE7-43C3-B3E8-4BEA1CA2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88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E3016-682D-467D-BB21-D59D1F07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29640-BE45-47CC-A3F6-3F45ED8B6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B3422-B373-430D-A2F9-FC173D98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15B89C-A063-46E3-AE62-B0E5879A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FBC768-A0B0-460A-8725-804B040E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56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3AB5A-53E8-468B-BECF-46CB0597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83C828-9F53-456C-A1ED-93027401A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D981D-F71F-452F-AFB7-8FDA79CB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4AFA3-5874-4C67-8720-6A273DAD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F2D84-A44B-448F-B6EC-3247699C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43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03195-F40F-4710-AA21-912EFF16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CF2E8-098F-427A-938B-191E1B932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2F3272-8D6A-4206-AC1E-4A79771C5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EDFF29-349C-4279-A3A8-7196DFCF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751C89-BD80-4F0D-9A4B-DD173D23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11713C-3683-4595-AB2D-98EFE933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696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1EB4D-C174-444A-BC41-A3290323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3334F0-2CDA-4042-82BB-88A42D66D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9CFB13-FCE8-4761-83E6-D19C06440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C68328-2039-4EA9-A4D2-0AA8ABC42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1AC7C9-4A5A-4404-8938-318AC6FA0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961D23-0F3D-4DCA-9137-2C6DA7C7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970196-3ADC-46C7-BFC6-0793A67B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4B972C-9736-4EFA-8B94-93E7C060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57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60AE3-7B32-42DC-BDF9-46A87A6B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D139FE-D7E2-4D06-B388-48D7E774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68D240-4FFF-4E69-9C3B-9DC0A6AD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899E4B-46BA-452F-9923-331A30FB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290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C05F52-845D-4D5F-9CFF-E0ACB5E70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247EEA-BC97-44AF-B39E-6A52F9E6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7EEAF5-6F37-40A3-A130-47725E27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55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0953D-8881-4911-A46A-DFB50C6C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3F28C3-2C76-4B71-9180-87A6F998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52833A-C376-4165-A9B7-8E7CA7FA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04327F-9CF7-44D8-9226-AD47E91B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BBA91C-61EE-48C4-99BA-FA48F01F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B7CAD8-0BAF-4F29-9FF9-D92FD450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44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BA676-DB25-442C-B509-E4C21916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D629C8-BA0D-4266-923C-6B984B9AE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55C6CC-F45B-44CE-A5D5-CE8FA08C7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B90BA9-E6A4-48B0-A7FE-2536CD27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ED6672-0C7C-4825-800D-986DFE3B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43D1AA-96FF-433A-B05B-C84EA904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25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88455-36EB-48EA-B344-068337CE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640AFD-D98C-4C46-AAA2-63823156B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91057-ADC7-45F3-B015-692594051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9C887-D2F2-404C-97FA-A60B6F5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D469E-30D2-4A7C-8286-2BD80924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227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550451-41BD-4B52-B04B-AF0F942D5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04F0C3-865C-44CA-A754-7859133C2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D2610-79FC-4266-8027-5B38113B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0ADD1-9FF6-4656-85BD-55B2CE99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C9EE5-DCE6-4E02-966E-347E0B13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8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2868B1-61EE-4665-9BCE-8DEAF491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BAD217-F23D-4A92-B17F-0C26AFB55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8D417-819B-41B3-9986-60E14E6FF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C8D10-6F4C-405A-A23A-EBACCCFA46DD}" type="datetimeFigureOut">
              <a:rPr lang="zh-CN" altLang="en-US" smtClean="0"/>
              <a:t>2022/1/21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C2ED48-AFC4-459E-A7D6-22EB93EB7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DAE7B-514F-4747-B0B6-6A8AE7223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E876F-B698-4045-8F71-5636886E51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01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A40180A-BF7F-4673-89FF-ED3DDC3295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90"/>
          <a:stretch/>
        </p:blipFill>
        <p:spPr>
          <a:xfrm>
            <a:off x="912053" y="-97815"/>
            <a:ext cx="5374447" cy="64922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CD5A2F0-5CD1-4749-BF88-DAB0E8EAA31C}"/>
              </a:ext>
            </a:extLst>
          </p:cNvPr>
          <p:cNvSpPr txBox="1"/>
          <p:nvPr/>
        </p:nvSpPr>
        <p:spPr>
          <a:xfrm>
            <a:off x="8678636" y="677636"/>
            <a:ext cx="3110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Transformer</a:t>
            </a:r>
            <a:endParaRPr lang="zh-CN" altLang="en-US" sz="36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585C42-34AB-4484-9537-FEA3DF629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496" y="2224272"/>
            <a:ext cx="3295534" cy="376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07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ic4.zhimg.com/80/v2-0f3f8bac9de6ab9882305396828bf567_1440w.jpg">
            <a:extLst>
              <a:ext uri="{FF2B5EF4-FFF2-40B4-BE49-F238E27FC236}">
                <a16:creationId xmlns:a16="http://schemas.microsoft.com/office/drawing/2014/main" id="{C98A59E2-D2E0-4296-993A-DF70C14B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43" y="277584"/>
            <a:ext cx="3189513" cy="440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546F0E1-19F7-4948-9CA2-7B964C283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356" y="643485"/>
            <a:ext cx="8147492" cy="440748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037B6C1-B170-4838-8983-71E685F8EE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88" r="47500" b="67842"/>
          <a:stretch/>
        </p:blipFill>
        <p:spPr>
          <a:xfrm>
            <a:off x="6670222" y="5772150"/>
            <a:ext cx="4000500" cy="726621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A3AF317-5D6C-45C3-8C91-B23BB0D70559}"/>
              </a:ext>
            </a:extLst>
          </p:cNvPr>
          <p:cNvCxnSpPr/>
          <p:nvPr/>
        </p:nvCxnSpPr>
        <p:spPr>
          <a:xfrm flipH="1">
            <a:off x="8882743" y="4890407"/>
            <a:ext cx="57150" cy="9062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78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A83230B-D65A-4681-BA69-D7674A466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06" y="1563981"/>
            <a:ext cx="5925833" cy="24875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E3ED0C-BC88-485B-B86A-10846917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247" y="316367"/>
            <a:ext cx="3295650" cy="45434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4E122F3-04A5-4A12-8E1E-9D1EFCE2EDF5}"/>
              </a:ext>
            </a:extLst>
          </p:cNvPr>
          <p:cNvSpPr txBox="1"/>
          <p:nvPr/>
        </p:nvSpPr>
        <p:spPr>
          <a:xfrm>
            <a:off x="1534886" y="5478236"/>
            <a:ext cx="3445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Step</a:t>
            </a:r>
            <a:r>
              <a:rPr lang="zh-CN" altLang="en-US" sz="2400" dirty="0"/>
              <a:t>：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81093C-030A-4B7A-9432-F0E6F644FC1B}"/>
              </a:ext>
            </a:extLst>
          </p:cNvPr>
          <p:cNvSpPr txBox="1"/>
          <p:nvPr/>
        </p:nvSpPr>
        <p:spPr>
          <a:xfrm>
            <a:off x="7859486" y="5478235"/>
            <a:ext cx="3445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Step</a:t>
            </a:r>
            <a:r>
              <a:rPr lang="zh-CN" altLang="en-US" sz="2400" dirty="0"/>
              <a:t>：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2741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3C5D168-6AB2-43D7-8A88-65F1D2AB9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7" y="165082"/>
            <a:ext cx="7999429" cy="47579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F8EAAF9-7552-4048-9074-3AFC436015AB}"/>
              </a:ext>
            </a:extLst>
          </p:cNvPr>
          <p:cNvSpPr txBox="1"/>
          <p:nvPr/>
        </p:nvSpPr>
        <p:spPr>
          <a:xfrm>
            <a:off x="3543300" y="5225143"/>
            <a:ext cx="3445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Step</a:t>
            </a:r>
            <a:r>
              <a:rPr lang="zh-CN" altLang="en-US" sz="2400" dirty="0"/>
              <a:t>：</a:t>
            </a:r>
            <a:r>
              <a:rPr lang="en-US" altLang="zh-CN" sz="2400" dirty="0"/>
              <a:t>3</a:t>
            </a:r>
            <a:endParaRPr lang="zh-CN" alt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C0B57A-C003-4D53-B548-6633B5EE7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0" y="1836963"/>
            <a:ext cx="3202268" cy="11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7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10</Words>
  <Application>Microsoft Office PowerPoint</Application>
  <PresentationFormat>宽屏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潘晨</dc:creator>
  <cp:lastModifiedBy>潘晨</cp:lastModifiedBy>
  <cp:revision>13</cp:revision>
  <dcterms:created xsi:type="dcterms:W3CDTF">2022-01-20T15:37:27Z</dcterms:created>
  <dcterms:modified xsi:type="dcterms:W3CDTF">2022-01-21T06:19:09Z</dcterms:modified>
</cp:coreProperties>
</file>