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8" r:id="rId3"/>
    <p:sldId id="259" r:id="rId4"/>
    <p:sldId id="256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E1960-56F2-4EEE-A2EA-86971AA44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13293B-82AF-438A-9B68-DA252B4866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CE34D3-6CC1-4267-9D0B-21D41299B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4605B-E783-4118-A952-7669532A4A41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E6758C-913E-4C7A-8F28-93EB9923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02DD47-8AEA-4513-A7D4-5A0589336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8A54B-B2E9-44C6-9E61-F402EF631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886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0912E-9A7C-467A-950F-FC30547E9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CCC062-94FB-4A19-B517-10A28326B1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D4C908-641A-4180-BEEB-989C02899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4605B-E783-4118-A952-7669532A4A41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2ADBEE-7C08-4DE1-ABAA-0784631FE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39C05A-3645-4ED1-B0D2-B4C468555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8A54B-B2E9-44C6-9E61-F402EF631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025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95D80D-9A8E-4602-AFB5-0367AC5F3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13E98DD-F284-4DC6-92E1-D0788650F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1AC9FC-7F6E-45DC-9726-5C770AD9B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4605B-E783-4118-A952-7669532A4A41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431F64-00CF-4C64-8BF0-91CC46473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6F04D5-9FBC-4C6F-9513-1A7CC44BC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8A54B-B2E9-44C6-9E61-F402EF631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495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C9B5CE-2599-4924-B539-287132CE7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16C7F7D-11DE-4695-8EAE-A2521FE9B7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44F5048-5373-443B-8B46-50041DF3F2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BE2380-5464-4F41-A85D-8AB5A99EE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4605B-E783-4118-A952-7669532A4A41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84EF1F7-4F61-49C6-8DA4-456E89EDE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C40223-3C98-4884-84EB-6ABD75A0F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8A54B-B2E9-44C6-9E61-F402EF631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6413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1D3DB2-C783-4767-99DA-414EA983C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27EF49-56CE-4947-8442-A26803601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B040F65-6E0A-4027-8D65-F65985934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58D9037-07DB-4DC0-ABCE-211B0870BE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46096D0-DFDC-4B3A-9991-12A4554E4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78AD97-0CED-4545-8FF3-0B81C1147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4605B-E783-4118-A952-7669532A4A41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E18B89B-3508-4862-8506-5BFCB6E5B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6ACDC5-8868-4408-813B-DF411C994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8A54B-B2E9-44C6-9E61-F402EF631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873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32266-1F2E-4153-BE02-A6BC1681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7C6235-930F-4714-A780-804EF02CD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4605B-E783-4118-A952-7669532A4A41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406FF6B-31D3-46C3-9629-B5FA4BBF4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5EF995A-878D-48C8-95C7-C21D010FC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8A54B-B2E9-44C6-9E61-F402EF631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0459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8D106F3-4069-4E3B-9790-1281EF0D8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4605B-E783-4118-A952-7669532A4A41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470E9E6-2726-4B1B-B6D3-6AECDC209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9D7E40-40F7-462C-B2CE-8EB98099A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8A54B-B2E9-44C6-9E61-F402EF631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8804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DAEDAE-B0FE-49BF-B41A-4CDF18CDF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A1031F-8626-47D6-90B6-27397D508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EA9A486-E31C-4901-966F-A9AFB32A22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511DE6-1870-41D3-B0D4-857B2ECA2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4605B-E783-4118-A952-7669532A4A41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8BB3210-461A-48E1-8DD9-A5CF60AAC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D5B14B-025C-4459-B5DF-5E9066CE3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8A54B-B2E9-44C6-9E61-F402EF631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458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5DCB3-C7C5-457B-B858-33249D8E2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B095AEF-F57B-4EAF-B408-7B103EC00C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C481C3-9C89-4980-A453-5A0F4D7C3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A6E568-80A5-4795-A84C-BE2D6242A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4605B-E783-4118-A952-7669532A4A41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A6363D-38A3-4F34-8976-1D1E6BCA69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69EF647-D455-438C-8382-7774782BC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8A54B-B2E9-44C6-9E61-F402EF631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846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008D82-8EDD-47C5-BE18-88ED744F3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6804BF5-F35F-45A8-80DF-4EFD478B22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015A4F-04CC-4E31-903F-D4BBD6BBC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4605B-E783-4118-A952-7669532A4A41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B0077BE-1241-4A83-AAB9-1EAE19C0B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D75FB9-B65A-4E04-B642-B0AD08CDE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8A54B-B2E9-44C6-9E61-F402EF631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591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47909A0-8B6D-47D1-9AD7-12065124C3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26DDA3F-DA48-4F01-829C-48E65D5B8E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6BCBAF-AC9B-45F2-B48A-DE2931CC4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D4605B-E783-4118-A952-7669532A4A41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029D0C-EF5B-42E7-9F70-15350FBD2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285167-EDB6-4FE6-9362-22F9ABDA5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E8A54B-B2E9-44C6-9E61-F402EF631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666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313A7A2-2EC4-4830-9CE8-072A3EB03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03DEB74-CC08-417B-99BC-C7C105697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25F8B01-CCD7-4223-928E-CA25E89A7C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D4605B-E783-4118-A952-7669532A4A41}" type="datetimeFigureOut">
              <a:rPr lang="zh-CN" altLang="en-US" smtClean="0"/>
              <a:t>2022/2/7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F7F176-C3DC-488B-AF46-AAC40841A7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1C24BB-B5B2-4AFF-9001-D2A5C7FD55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E8A54B-B2E9-44C6-9E61-F402EF6316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166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CFA9BFAA-CBAC-45FE-B156-D272BEFAD3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829" b="1171"/>
          <a:stretch/>
        </p:blipFill>
        <p:spPr>
          <a:xfrm>
            <a:off x="150502" y="1722599"/>
            <a:ext cx="5347607" cy="298920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C2A95F1-6A02-4DE2-B76E-811CE1C8B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4487" y="1991753"/>
            <a:ext cx="6127011" cy="264589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D531F9CE-C91F-41A2-B01A-8396824C750F}"/>
              </a:ext>
            </a:extLst>
          </p:cNvPr>
          <p:cNvSpPr txBox="1"/>
          <p:nvPr/>
        </p:nvSpPr>
        <p:spPr>
          <a:xfrm>
            <a:off x="473529" y="481693"/>
            <a:ext cx="373107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Re-ID</a:t>
            </a:r>
            <a:r>
              <a:rPr lang="zh-CN" altLang="en-US" sz="2800" dirty="0"/>
              <a:t>（行人重识别）</a:t>
            </a:r>
          </a:p>
        </p:txBody>
      </p:sp>
    </p:spTree>
    <p:extLst>
      <p:ext uri="{BB962C8B-B14F-4D97-AF65-F5344CB8AC3E}">
        <p14:creationId xmlns:p14="http://schemas.microsoft.com/office/powerpoint/2010/main" val="1996656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318DB1C-26D6-4DA7-9946-BAEE7D792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8440" y="1254919"/>
            <a:ext cx="5407869" cy="4348162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FC775E4-0CD3-44C1-A1C8-C9F10E1E3876}"/>
              </a:ext>
            </a:extLst>
          </p:cNvPr>
          <p:cNvSpPr txBox="1"/>
          <p:nvPr/>
        </p:nvSpPr>
        <p:spPr>
          <a:xfrm>
            <a:off x="963385" y="387098"/>
            <a:ext cx="16002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1x1</a:t>
            </a:r>
            <a:r>
              <a:rPr lang="zh-CN" altLang="en-US" sz="2800" dirty="0"/>
              <a:t>卷积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33D5312-0CC8-4FB5-8085-92DC7F7266C9}"/>
              </a:ext>
            </a:extLst>
          </p:cNvPr>
          <p:cNvSpPr txBox="1"/>
          <p:nvPr/>
        </p:nvSpPr>
        <p:spPr>
          <a:xfrm>
            <a:off x="8365671" y="3005113"/>
            <a:ext cx="2884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跨通道信息融合</a:t>
            </a:r>
          </a:p>
        </p:txBody>
      </p:sp>
    </p:spTree>
    <p:extLst>
      <p:ext uri="{BB962C8B-B14F-4D97-AF65-F5344CB8AC3E}">
        <p14:creationId xmlns:p14="http://schemas.microsoft.com/office/powerpoint/2010/main" val="2891044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3D23BBB-2427-4908-8B33-31D3BCF25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385" y="1891792"/>
            <a:ext cx="9981750" cy="3874636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025800A-DA5B-4C14-A901-D404C789FD8E}"/>
              </a:ext>
            </a:extLst>
          </p:cNvPr>
          <p:cNvSpPr txBox="1"/>
          <p:nvPr/>
        </p:nvSpPr>
        <p:spPr>
          <a:xfrm>
            <a:off x="963385" y="338112"/>
            <a:ext cx="693147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AGW</a:t>
            </a:r>
            <a:r>
              <a:rPr lang="zh-CN" altLang="en-US" sz="2800" dirty="0"/>
              <a:t>：</a:t>
            </a:r>
            <a:r>
              <a:rPr lang="en-US" altLang="zh-CN" b="1" dirty="0"/>
              <a:t>A New Baseline for Single-/Cross-Modality Re-ID</a:t>
            </a:r>
            <a:r>
              <a:rPr lang="en-US" altLang="zh-CN" sz="2800" dirty="0"/>
              <a:t> </a:t>
            </a:r>
            <a:br>
              <a:rPr lang="en-US" altLang="zh-CN" sz="2800" dirty="0"/>
            </a:br>
            <a:endParaRPr lang="zh-CN" altLang="en-US" sz="28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98028DB-6678-4F91-AD0F-28F42B2E206E}"/>
              </a:ext>
            </a:extLst>
          </p:cNvPr>
          <p:cNvSpPr/>
          <p:nvPr/>
        </p:nvSpPr>
        <p:spPr>
          <a:xfrm>
            <a:off x="5760032" y="1191895"/>
            <a:ext cx="56957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/>
              <a:t>1x1</a:t>
            </a:r>
            <a:r>
              <a:rPr lang="zh-CN" altLang="en-US" sz="2000" dirty="0"/>
              <a:t>卷积减少一半的通道后（有助于减少计算量）</a:t>
            </a:r>
          </a:p>
        </p:txBody>
      </p:sp>
    </p:spTree>
    <p:extLst>
      <p:ext uri="{BB962C8B-B14F-4D97-AF65-F5344CB8AC3E}">
        <p14:creationId xmlns:p14="http://schemas.microsoft.com/office/powerpoint/2010/main" val="2326670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A9337369-4E19-483E-8D31-133C2CB66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7521" y="537332"/>
            <a:ext cx="3727335" cy="89815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0A80031-D16A-4906-A79C-094ADDACC2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642" y="1365173"/>
            <a:ext cx="9377020" cy="495549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1C47C2ED-558E-417B-96F6-0D211C0B140A}"/>
              </a:ext>
            </a:extLst>
          </p:cNvPr>
          <p:cNvSpPr txBox="1"/>
          <p:nvPr/>
        </p:nvSpPr>
        <p:spPr>
          <a:xfrm>
            <a:off x="963385" y="436084"/>
            <a:ext cx="2637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Non-local 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727907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B7097C4-B236-46CD-89AA-44A9AA7A8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043" y="3971875"/>
            <a:ext cx="7151914" cy="153766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117A5B7-15AE-4942-BBCB-B30A2BA3F1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750" y="1415143"/>
            <a:ext cx="5524500" cy="72390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00F8801-ECF9-4C36-AE40-E76EAC5AF399}"/>
              </a:ext>
            </a:extLst>
          </p:cNvPr>
          <p:cNvSpPr txBox="1"/>
          <p:nvPr/>
        </p:nvSpPr>
        <p:spPr>
          <a:xfrm>
            <a:off x="465364" y="530679"/>
            <a:ext cx="18859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Triplet loss</a:t>
            </a:r>
            <a:endParaRPr lang="zh-CN" altLang="en-US" sz="28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506B02E-221D-4538-9500-9DD081F1EBDE}"/>
              </a:ext>
            </a:extLst>
          </p:cNvPr>
          <p:cNvSpPr txBox="1"/>
          <p:nvPr/>
        </p:nvSpPr>
        <p:spPr>
          <a:xfrm>
            <a:off x="465363" y="2870402"/>
            <a:ext cx="6719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Weighted Regularization Triplet (WRT) loss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639592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45</Words>
  <Application>Microsoft Office PowerPoint</Application>
  <PresentationFormat>宽屏</PresentationFormat>
  <Paragraphs>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潘晨</dc:creator>
  <cp:lastModifiedBy>潘晨</cp:lastModifiedBy>
  <cp:revision>14</cp:revision>
  <dcterms:created xsi:type="dcterms:W3CDTF">2022-02-06T05:16:35Z</dcterms:created>
  <dcterms:modified xsi:type="dcterms:W3CDTF">2022-02-07T03:23:59Z</dcterms:modified>
</cp:coreProperties>
</file>