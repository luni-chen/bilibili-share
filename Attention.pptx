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8" r:id="rId4"/>
    <p:sldId id="263" r:id="rId5"/>
    <p:sldId id="261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4" autoAdjust="0"/>
    <p:restoredTop sz="94660"/>
  </p:normalViewPr>
  <p:slideViewPr>
    <p:cSldViewPr snapToGrid="0">
      <p:cViewPr varScale="1">
        <p:scale>
          <a:sx n="78" d="100"/>
          <a:sy n="78" d="100"/>
        </p:scale>
        <p:origin x="216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BF4DDD-54D2-4E0A-8810-3DBA9439C3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E01D6E6-ACA1-482E-928F-6C25873C9A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25CF9D2-F00E-45E5-88CB-20FDCA3579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BAAEEE-CCA3-42A5-9B44-3257F9A37460}" type="datetimeFigureOut">
              <a:rPr lang="zh-CN" altLang="en-US" smtClean="0"/>
              <a:t>2022/1/21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002D964-E741-429E-BBFA-7BD9FB5B3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2DA969C-63BA-48A6-8F3D-A41BD73125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85470-5E29-481A-915A-B8AFBA1D31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5854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E7F484-4F8B-4FB6-9833-01B20690D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4A29C49-C2D7-4D0E-877B-56759B66EF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40D7858-8A4D-408A-A8AE-4487624D0B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BAAEEE-CCA3-42A5-9B44-3257F9A37460}" type="datetimeFigureOut">
              <a:rPr lang="zh-CN" altLang="en-US" smtClean="0"/>
              <a:t>2022/1/21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FA40936-1741-4F88-98ED-48943F31ED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58ED1BA-97FD-4713-9CF7-59E47859B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85470-5E29-481A-915A-B8AFBA1D31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62865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F0E4E6-BC1F-4607-A3AA-42D78D5CF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6F6C646-E6FE-4DEC-A067-89E7E63B60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3E9D833-1047-43D2-902A-6C2B132387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BAAEEE-CCA3-42A5-9B44-3257F9A37460}" type="datetimeFigureOut">
              <a:rPr lang="zh-CN" altLang="en-US" smtClean="0"/>
              <a:t>2022/1/21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47D4416-FB0C-40C9-855C-E3702EB4D3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7D7413E-0418-498B-A14F-C75CC14FD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85470-5E29-481A-915A-B8AFBA1D31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60177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F9DE22-879F-4C9D-9219-581E0FE534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80E39B8-D5EE-480A-9773-B021806773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C3FA12A-C68D-4CBC-A817-BC5CCC3C57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97E44C4-A6B3-43FA-8CCB-BCE750D37E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BAAEEE-CCA3-42A5-9B44-3257F9A37460}" type="datetimeFigureOut">
              <a:rPr lang="zh-CN" altLang="en-US" smtClean="0"/>
              <a:t>2022/1/21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B8274F5-F104-45BE-A54E-D02323FA32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715FB33-BEE9-4473-9DB4-F41F56AEE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85470-5E29-481A-915A-B8AFBA1D31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30662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B27664-3BC0-4243-B45F-E35ABA303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F967F52-E9EE-4DF0-8F76-803AFF956C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38CA991-A88D-4435-927F-4361506C74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CC79E55-90F8-45FB-8E5E-52836D1882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A1588EE-42C2-4734-B09C-FB92EABC40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A06E48F-7650-4F60-B609-8F193DDD9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BAAEEE-CCA3-42A5-9B44-3257F9A37460}" type="datetimeFigureOut">
              <a:rPr lang="zh-CN" altLang="en-US" smtClean="0"/>
              <a:t>2022/1/21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1FB1FF0-A5A9-44CD-A864-A04F9024B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BEC6587-B76B-4246-A212-750A2C41E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85470-5E29-481A-915A-B8AFBA1D31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43674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4CEA19-3F0F-4818-AD16-C264FFDF8F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542FB33-C05F-4715-9534-550B54EFF7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BAAEEE-CCA3-42A5-9B44-3257F9A37460}" type="datetimeFigureOut">
              <a:rPr lang="zh-CN" altLang="en-US" smtClean="0"/>
              <a:t>2022/1/21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4EE38EC-FCA2-42C9-BD9F-20AF3D308A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1FD411C-2ECD-4EE1-851C-34790AD08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85470-5E29-481A-915A-B8AFBA1D31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70524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A03BB0E-525A-4C73-A75A-B6F4D4DFA8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BAAEEE-CCA3-42A5-9B44-3257F9A37460}" type="datetimeFigureOut">
              <a:rPr lang="zh-CN" altLang="en-US" smtClean="0"/>
              <a:t>2022/1/21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F950F8E-C90B-4621-BB26-D839D152B1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BB1AC53-99D4-4CAF-B989-4C880509E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85470-5E29-481A-915A-B8AFBA1D31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07061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4A7514-49EA-4779-8D81-40CF806C46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82285E8-27D7-4C9F-AF9C-E238FAB8F3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0B05AC3-B804-40B2-897B-57D17C6AA5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0CF50AF-053C-4FE7-8696-6EACE61F8F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BAAEEE-CCA3-42A5-9B44-3257F9A37460}" type="datetimeFigureOut">
              <a:rPr lang="zh-CN" altLang="en-US" smtClean="0"/>
              <a:t>2022/1/21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27EB20C-9390-4221-864D-9A13E0A08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7A6FA9E-1E07-4014-9C4E-427D54873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85470-5E29-481A-915A-B8AFBA1D31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99838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B7BD7B-7E76-4CD7-A095-1F7F6D8A7B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20146AA-3CA9-4879-A14D-9A20D946D2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E46CF7A-5E4A-4D11-B44B-70992CF794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B79850C-EF82-4B51-A760-B06EB7840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BAAEEE-CCA3-42A5-9B44-3257F9A37460}" type="datetimeFigureOut">
              <a:rPr lang="zh-CN" altLang="en-US" smtClean="0"/>
              <a:t>2022/1/21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BBBA26C-AC74-46B3-AF74-CC776E924C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6B6EFF7-8E43-4D0A-87DB-80279EB88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85470-5E29-481A-915A-B8AFBA1D31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41442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6CD20F-580E-4ECF-905F-5DA0ED9CA3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3B53DA3-D653-41B7-9889-39B0EBBB2A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CB0254D-EFE0-4729-9B3B-E26D815F00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BAAEEE-CCA3-42A5-9B44-3257F9A37460}" type="datetimeFigureOut">
              <a:rPr lang="zh-CN" altLang="en-US" smtClean="0"/>
              <a:t>2022/1/21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8797FD4-10C2-4567-9765-67FF5250E2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6DD2B49-3843-4129-908B-8D5481BDE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85470-5E29-481A-915A-B8AFBA1D31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82019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0BF63CA-9F83-4092-814F-A489F4E8F1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099E141-7DB0-4452-AA34-2994F3262A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9A0DBE6-CE1A-4EF3-8F0B-2B855FE5E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BAAEEE-CCA3-42A5-9B44-3257F9A37460}" type="datetimeFigureOut">
              <a:rPr lang="zh-CN" altLang="en-US" smtClean="0"/>
              <a:t>2022/1/21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A3CF03F-118D-4AE0-AC28-571168EEC2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DF56CBB-CD58-4501-80D7-5CDA096A0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85470-5E29-481A-915A-B8AFBA1D31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45694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33B8FA9-71E8-4573-8C26-09D37CFF2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5185462-1C51-43CE-9F20-2D43098DDA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36DD8D8-5000-46BF-BB70-B6E7E49220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BAAEEE-CCA3-42A5-9B44-3257F9A37460}" type="datetimeFigureOut">
              <a:rPr lang="zh-CN" altLang="en-US" smtClean="0"/>
              <a:t>2022/1/21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072114B-2905-415A-9BB3-7DB3B76CC9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4175A72-11A3-492E-91FF-7FB4A7AAFF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985470-5E29-481A-915A-B8AFBA1D31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83315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BB83DFF2-4A29-4894-99D7-C3DE8EAEFE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038225"/>
            <a:ext cx="5410200" cy="478155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21D4B6F3-05C1-424F-8D79-5C38277A371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7249" r="13297" b="14165"/>
          <a:stretch/>
        </p:blipFill>
        <p:spPr>
          <a:xfrm>
            <a:off x="7086600" y="1888672"/>
            <a:ext cx="3641271" cy="3891643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1D6C81E8-0FA9-40CE-B8F0-8E850D5C5A11}"/>
              </a:ext>
            </a:extLst>
          </p:cNvPr>
          <p:cNvSpPr txBox="1"/>
          <p:nvPr/>
        </p:nvSpPr>
        <p:spPr>
          <a:xfrm>
            <a:off x="8327570" y="604156"/>
            <a:ext cx="27023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/>
              <a:t>Attention</a:t>
            </a:r>
            <a:endParaRPr lang="zh-CN" altLang="en-US" sz="3600" dirty="0"/>
          </a:p>
        </p:txBody>
      </p:sp>
    </p:spTree>
    <p:extLst>
      <p:ext uri="{BB962C8B-B14F-4D97-AF65-F5344CB8AC3E}">
        <p14:creationId xmlns:p14="http://schemas.microsoft.com/office/powerpoint/2010/main" val="42403644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s://pic3.zhimg.com/80/v2-55d08f662a489739c3220486de095e12_1440w.jpg">
            <a:extLst>
              <a:ext uri="{FF2B5EF4-FFF2-40B4-BE49-F238E27FC236}">
                <a16:creationId xmlns:a16="http://schemas.microsoft.com/office/drawing/2014/main" id="{72BBBACE-270A-418F-8EF6-7B4E58AC5FA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54" b="1836"/>
          <a:stretch/>
        </p:blipFill>
        <p:spPr bwMode="auto">
          <a:xfrm>
            <a:off x="494949" y="1048626"/>
            <a:ext cx="3580552" cy="38673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5A8F9DB8-5E73-4F78-8A2D-E7B434D395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5501" y="1048626"/>
            <a:ext cx="7457053" cy="4160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45117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23A6ABF2-1A05-4AB4-8B2B-9AAEB5112F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754" y="1290428"/>
            <a:ext cx="5476875" cy="3037281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B7974D89-8C50-49BE-8C5B-0135E020FDE1}"/>
              </a:ext>
            </a:extLst>
          </p:cNvPr>
          <p:cNvSpPr txBox="1"/>
          <p:nvPr/>
        </p:nvSpPr>
        <p:spPr>
          <a:xfrm>
            <a:off x="8220538" y="409441"/>
            <a:ext cx="3657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/>
              <a:t>Encoder-Decoder</a:t>
            </a:r>
            <a:endParaRPr lang="zh-CN" altLang="en-US" sz="3200" dirty="0"/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DE3A2B57-9F45-4A03-99D5-C95CB1A427DD}"/>
              </a:ext>
            </a:extLst>
          </p:cNvPr>
          <p:cNvGrpSpPr/>
          <p:nvPr/>
        </p:nvGrpSpPr>
        <p:grpSpPr>
          <a:xfrm>
            <a:off x="8848287" y="1607601"/>
            <a:ext cx="2251099" cy="2062554"/>
            <a:chOff x="9329940" y="3682373"/>
            <a:chExt cx="2251099" cy="2062554"/>
          </a:xfrm>
        </p:grpSpPr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30F1BDD0-749C-43CA-B59A-5C8438A209B7}"/>
                </a:ext>
              </a:extLst>
            </p:cNvPr>
            <p:cNvSpPr txBox="1"/>
            <p:nvPr/>
          </p:nvSpPr>
          <p:spPr>
            <a:xfrm>
              <a:off x="10000350" y="3682373"/>
              <a:ext cx="7165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/>
                <a:t>模态</a:t>
              </a:r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35FC7BD-4CEE-4B72-9D38-7E30B33DB976}"/>
                </a:ext>
              </a:extLst>
            </p:cNvPr>
            <p:cNvSpPr txBox="1"/>
            <p:nvPr/>
          </p:nvSpPr>
          <p:spPr>
            <a:xfrm>
              <a:off x="9660595" y="5375595"/>
              <a:ext cx="139609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/>
                <a:t>另一种模态</a:t>
              </a: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63C92AE-D07D-4C15-86B1-424C78D2FE36}"/>
                </a:ext>
              </a:extLst>
            </p:cNvPr>
            <p:cNvSpPr txBox="1"/>
            <p:nvPr/>
          </p:nvSpPr>
          <p:spPr>
            <a:xfrm>
              <a:off x="9329940" y="4587707"/>
              <a:ext cx="22510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Encoder-Decoder</a:t>
              </a:r>
              <a:endParaRPr lang="zh-CN" altLang="en-US" dirty="0"/>
            </a:p>
          </p:txBody>
        </p:sp>
        <p:sp>
          <p:nvSpPr>
            <p:cNvPr id="3" name="箭头: 下 2">
              <a:extLst>
                <a:ext uri="{FF2B5EF4-FFF2-40B4-BE49-F238E27FC236}">
                  <a16:creationId xmlns:a16="http://schemas.microsoft.com/office/drawing/2014/main" id="{88F175D4-623B-4F57-93F1-0300188DE953}"/>
                </a:ext>
              </a:extLst>
            </p:cNvPr>
            <p:cNvSpPr/>
            <p:nvPr/>
          </p:nvSpPr>
          <p:spPr>
            <a:xfrm>
              <a:off x="10276514" y="4051705"/>
              <a:ext cx="100668" cy="536002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箭头: 下 10">
              <a:extLst>
                <a:ext uri="{FF2B5EF4-FFF2-40B4-BE49-F238E27FC236}">
                  <a16:creationId xmlns:a16="http://schemas.microsoft.com/office/drawing/2014/main" id="{6DDB0363-3827-4596-90C7-55BCEFA71851}"/>
                </a:ext>
              </a:extLst>
            </p:cNvPr>
            <p:cNvSpPr/>
            <p:nvPr/>
          </p:nvSpPr>
          <p:spPr>
            <a:xfrm>
              <a:off x="10303079" y="4898316"/>
              <a:ext cx="100668" cy="536002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2" name="矩形 11">
            <a:extLst>
              <a:ext uri="{FF2B5EF4-FFF2-40B4-BE49-F238E27FC236}">
                <a16:creationId xmlns:a16="http://schemas.microsoft.com/office/drawing/2014/main" id="{C8C80328-F5B4-456B-A1C5-50DAC26DE1DB}"/>
              </a:ext>
            </a:extLst>
          </p:cNvPr>
          <p:cNvSpPr/>
          <p:nvPr/>
        </p:nvSpPr>
        <p:spPr>
          <a:xfrm>
            <a:off x="4055760" y="4417884"/>
            <a:ext cx="1233181" cy="47890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定长</a:t>
            </a:r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3CF5E7CB-7E7D-4D3C-B2A3-31889E1CF94A}"/>
              </a:ext>
            </a:extLst>
          </p:cNvPr>
          <p:cNvCxnSpPr/>
          <p:nvPr/>
        </p:nvCxnSpPr>
        <p:spPr>
          <a:xfrm flipH="1" flipV="1">
            <a:off x="3762145" y="2922426"/>
            <a:ext cx="293615" cy="14954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74386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从Encoder到Decoder实现Seq2Seq模型">
            <a:extLst>
              <a:ext uri="{FF2B5EF4-FFF2-40B4-BE49-F238E27FC236}">
                <a16:creationId xmlns:a16="http://schemas.microsoft.com/office/drawing/2014/main" id="{A83641EB-E776-4801-BC0A-C072AAE118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7051" y="2514527"/>
            <a:ext cx="7743038" cy="3589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preview">
            <a:extLst>
              <a:ext uri="{FF2B5EF4-FFF2-40B4-BE49-F238E27FC236}">
                <a16:creationId xmlns:a16="http://schemas.microsoft.com/office/drawing/2014/main" id="{C225CB07-0C48-4E2A-B016-E4CDE817F8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567" y="614356"/>
            <a:ext cx="5476875" cy="2247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862838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DDF14F66-8B27-4412-AB8B-869CC3191234}"/>
              </a:ext>
            </a:extLst>
          </p:cNvPr>
          <p:cNvGrpSpPr/>
          <p:nvPr/>
        </p:nvGrpSpPr>
        <p:grpSpPr>
          <a:xfrm>
            <a:off x="121304" y="280674"/>
            <a:ext cx="5139370" cy="2596749"/>
            <a:chOff x="2011360" y="1477675"/>
            <a:chExt cx="5276709" cy="2954370"/>
          </a:xfrm>
        </p:grpSpPr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C85DC757-3F13-4300-8646-35A52437501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011360" y="1477675"/>
              <a:ext cx="5276709" cy="2954370"/>
            </a:xfrm>
            <a:prstGeom prst="rect">
              <a:avLst/>
            </a:prstGeom>
          </p:spPr>
        </p:pic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2D871B5F-21D6-4A77-9475-578BFB3A10E9}"/>
                </a:ext>
              </a:extLst>
            </p:cNvPr>
            <p:cNvSpPr txBox="1"/>
            <p:nvPr/>
          </p:nvSpPr>
          <p:spPr>
            <a:xfrm>
              <a:off x="2262231" y="1784690"/>
              <a:ext cx="299629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dirty="0"/>
                <a:t>引入</a:t>
              </a:r>
              <a:r>
                <a:rPr lang="en-US" altLang="zh-CN" sz="2800" dirty="0"/>
                <a:t>attention</a:t>
              </a:r>
              <a:r>
                <a:rPr lang="zh-CN" altLang="en-US" sz="2800" dirty="0"/>
                <a:t>后</a:t>
              </a:r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8F71AA8C-1EC7-49FE-9EB8-8FB01A315F82}"/>
              </a:ext>
            </a:extLst>
          </p:cNvPr>
          <p:cNvGrpSpPr/>
          <p:nvPr/>
        </p:nvGrpSpPr>
        <p:grpSpPr>
          <a:xfrm>
            <a:off x="302004" y="2990223"/>
            <a:ext cx="11157357" cy="3427355"/>
            <a:chOff x="0" y="1798674"/>
            <a:chExt cx="12192000" cy="3670566"/>
          </a:xfrm>
        </p:grpSpPr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414C635B-06EB-4C1D-B151-F96BC1FB059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1798674"/>
              <a:ext cx="12192000" cy="3260651"/>
            </a:xfrm>
            <a:prstGeom prst="rect">
              <a:avLst/>
            </a:prstGeom>
          </p:spPr>
        </p:pic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A00DF0D0-D69D-4189-A64A-212C9682CDED}"/>
                </a:ext>
              </a:extLst>
            </p:cNvPr>
            <p:cNvSpPr/>
            <p:nvPr/>
          </p:nvSpPr>
          <p:spPr>
            <a:xfrm>
              <a:off x="2550254" y="4857607"/>
              <a:ext cx="1291904" cy="611633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双向</a:t>
              </a:r>
              <a:r>
                <a:rPr lang="en-US" altLang="zh-CN" dirty="0"/>
                <a:t>RNN</a:t>
              </a:r>
              <a:endParaRPr lang="zh-CN" altLang="en-US" dirty="0"/>
            </a:p>
          </p:txBody>
        </p:sp>
        <p:cxnSp>
          <p:nvCxnSpPr>
            <p:cNvPr id="11" name="直接箭头连接符 10">
              <a:extLst>
                <a:ext uri="{FF2B5EF4-FFF2-40B4-BE49-F238E27FC236}">
                  <a16:creationId xmlns:a16="http://schemas.microsoft.com/office/drawing/2014/main" id="{BFC27381-827F-4FC2-8CBF-BFEF408EE588}"/>
                </a:ext>
              </a:extLst>
            </p:cNvPr>
            <p:cNvCxnSpPr/>
            <p:nvPr/>
          </p:nvCxnSpPr>
          <p:spPr>
            <a:xfrm flipH="1" flipV="1">
              <a:off x="2357307" y="4447692"/>
              <a:ext cx="251669" cy="40343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0982029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994</TotalTime>
  <Words>15</Words>
  <Application>Microsoft Office PowerPoint</Application>
  <PresentationFormat>宽屏</PresentationFormat>
  <Paragraphs>8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9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潘晨</dc:creator>
  <cp:lastModifiedBy>潘晨</cp:lastModifiedBy>
  <cp:revision>22</cp:revision>
  <dcterms:created xsi:type="dcterms:W3CDTF">2022-01-18T03:13:58Z</dcterms:created>
  <dcterms:modified xsi:type="dcterms:W3CDTF">2022-01-21T08:38:13Z</dcterms:modified>
</cp:coreProperties>
</file>